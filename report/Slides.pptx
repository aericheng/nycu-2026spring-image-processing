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0:00–0:40 題目與目標、作業範例就是臉。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0:00–0:40 題目與目標、作業範例就是臉。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0:40–1:30 FFTformer 與回歸天花板：高頻被抹除後回歸模型補不出，輸出偏軟帶噪。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1:30–2:30 方法（兩階段）+ 兩張結果：先縮 kernel 給乾淨結構，再用擴散先驗補高頻，high control 緊錨原五官。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1:30–2:30 兩張結果：模糊路人浮現成清晰真人臉，背景保留動態模糊。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2:30–3:40 誠實面：務必講清楚 #2 女子的眼睛是生成的；一致不等於忠實，高 NR-IQA 不代表真實還原。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2:30–3:40 解決的困難：顯存 tiling、Blackwell 雙環境、幻覺控制——這是課堂加分重點。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3:40–4:30 驗證過但沒採用：對比太小 / layer separation 去不掉 / 整圖幻覺——說明取捨。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4:30–5:00 結論與限制：兩階段貢獻 + 誠實 fidelity 界線；玻璃反射與被重影抹除的五官是已知限制。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4572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91695" cy="18288"/>
          </a:xfrm>
          <a:prstGeom prst="rect">
            <a:avLst/>
          </a:prstGeom>
          <a:solidFill>
            <a:srgbClr val="2A4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28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夜間運動模糊的人臉修復</a:t>
            </a:r>
          </a:p>
          <a:p>
            <a:pPr algn="ctr">
              <a:spcBef>
                <a:spcPts val="600"/>
              </a:spcBef>
            </a:pPr>
            <a:r>
              <a:rPr sz="2000" b="0">
                <a:solidFill>
                  <a:srgbClr val="2A4D80"/>
                </a:solidFill>
                <a:latin typeface="Microsoft JhengHei"/>
                <a:ea typeface="Microsoft JhengHei"/>
                <a:cs typeface="Microsoft JhengHei"/>
              </a:rPr>
              <a:t>回歸式去模糊結合生成式先驗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113950011 鄭名翔　·　112950026 孫奇霆　·　113950020 張媛婷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NYCU 影像處理 · Term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A4D80"/>
                </a:solidFill>
                <a:latin typeface="Microsoft JhengHei"/>
                <a:ea typeface="Microsoft JhengHei"/>
                <a:cs typeface="Microsoft JhengHei"/>
              </a:rPr>
              <a:t>問題與目標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5855" cy="320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858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夜間運動模糊的人臉修復 · 影像處理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C44E5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15 張夜間真實照片，6K–8K，含 motion blur，無 ground truth（不能用 PSNR/SSIM）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作業範例正是 blurry face → sharp face，我們以此為目標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目標：主體可信還原的前提下，做出前後差異最明顯的 before/after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– 挑模糊最重、但仍可修復的主體</a:t>
            </a:r>
          </a:p>
        </p:txBody>
      </p:sp>
      <p:pic>
        <p:nvPicPr>
          <p:cNvPr id="8" name="Picture 7" descr="images_gr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375460"/>
            <a:ext cx="5852160" cy="23813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5696712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題目提供的 15 張夜間模糊照片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A4D80"/>
                </a:solidFill>
                <a:latin typeface="Microsoft JhengHei"/>
                <a:ea typeface="Microsoft JhengHei"/>
                <a:cs typeface="Microsoft JhengHei"/>
              </a:rPr>
              <a:t>基礎方法與它的天花板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5855" cy="320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858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夜間運動模糊的人臉修復 · 影像處理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C44E5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成功執行 FFTformer（CVPR 2023，頻域 transformer，RealBlur-J 權重）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也比較過 DarkIR（只提亮）、MISCFilter（去模糊有限）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回歸式學 blur→sharp；臉的高頻被抹除後，輸出偏軟、帶噪（接近上限）</a:t>
            </a:r>
          </a:p>
        </p:txBody>
      </p:sp>
      <p:pic>
        <p:nvPicPr>
          <p:cNvPr id="8" name="Picture 7" descr="face_fft_vs_sup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810" y="3063240"/>
            <a:ext cx="5821899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160" y="57881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RAW ｜ FFTformer ｜ FFTformer→SUPIR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A4D80"/>
                </a:solidFill>
                <a:latin typeface="Microsoft JhengHei"/>
                <a:ea typeface="Microsoft JhengHei"/>
                <a:cs typeface="Microsoft JhengHei"/>
              </a:rPr>
              <a:t>方法：回歸去模糊 + 生成式臉部先驗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5855" cy="320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858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夜間運動模糊的人臉修復 · 影像處理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C44E5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裁臉 → FFTformer（去模糊、給乾淨結構）→ SUPIR-v0F（擴散先驗補臉部高頻，高 control 貼合五官）→ 羽化合成 → 輕度調色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兩階段互補：先把 kernel 縮回範圍給乾淨結構，再補細節；high control 控制幻覺</a:t>
            </a:r>
          </a:p>
        </p:txBody>
      </p:sp>
      <p:pic>
        <p:nvPicPr>
          <p:cNvPr id="8" name="Picture 7" descr="fac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73398"/>
            <a:ext cx="11064240" cy="22314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A4D80"/>
                </a:solidFill>
                <a:latin typeface="Microsoft JhengHei"/>
                <a:ea typeface="Microsoft JhengHei"/>
                <a:cs typeface="Microsoft JhengHei"/>
              </a:rPr>
              <a:t>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5855" cy="320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858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夜間運動模糊的人臉修復 · 影像處理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C44E52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繳交 2 張不同場景的「模糊路人 → 清晰真人臉」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#2（女子）上半臉為生成，下一頁誠實揭露</a:t>
            </a:r>
          </a:p>
        </p:txBody>
      </p:sp>
      <p:pic>
        <p:nvPicPr>
          <p:cNvPr id="8" name="Picture 7" descr="face_result_m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94" y="2514600"/>
            <a:ext cx="516569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95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#1 夜市男子</a:t>
            </a:r>
          </a:p>
        </p:txBody>
      </p:sp>
      <p:pic>
        <p:nvPicPr>
          <p:cNvPr id="10" name="Picture 9" descr="face_result_wom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894" y="2514600"/>
            <a:ext cx="3861890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87959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#2 霓虹巷弄女子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A4D80"/>
                </a:solidFill>
                <a:latin typeface="Microsoft JhengHei"/>
                <a:ea typeface="Microsoft JhengHei"/>
                <a:cs typeface="Microsoft JhengHei"/>
              </a:rPr>
              <a:t>誠實面：真實修復 vs 生成合成（重點）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5855" cy="320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858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夜間運動模糊的人臉修復 · 影像處理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C44E52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035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臉部細節是擴散先驗合成（prior-guided，與範例 GFPGAN/GPEN 同類），非解卷積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#1 男子：五官 layout 真實、高 control 緊錨；高頻仍為先驗合成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#2 女子：眼睛 / 上半臉為生成（原圖被運動重影破壞）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重點：高 NR-IQA 不代表真實還原</a:t>
            </a:r>
          </a:p>
        </p:txBody>
      </p:sp>
      <p:pic>
        <p:nvPicPr>
          <p:cNvPr id="8" name="Picture 7" descr="face_seed_consisten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59736"/>
            <a:ext cx="5029199" cy="2212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519379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不同 seed：受結構約束處大致一致（一致 ≠ 忠實）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A4D80"/>
                </a:solidFill>
                <a:latin typeface="Microsoft JhengHei"/>
                <a:ea typeface="Microsoft JhengHei"/>
                <a:cs typeface="Microsoft JhengHei"/>
              </a:rPr>
              <a:t>解決的實作困難（重點）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5855" cy="320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858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夜間運動模糊的人臉修復 · 影像處理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C44E52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16 GB 顯存跑 6–8K：FFTformer overlap-blend tiling；SUPIR tiled VAE / tiled sampling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Blackwell sm_120：需 PyTorch 2.11+cu128；ComfyUI/SUPIR 與 FFTformer 相依衝突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– → 兩個隔離的 conda env（deblur / comfy）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生成式幻覺控制：裁臉（背景不亂修）+ 高 control + 裁掉幻覺邊緣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– 整圖會在主體旁生出第二張臉，故改裁臉局部修復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A4D80"/>
                </a:solidFill>
                <a:latin typeface="Microsoft JhengHei"/>
                <a:ea typeface="Microsoft JhengHei"/>
                <a:cs typeface="Microsoft JhengHei"/>
              </a:rPr>
              <a:t>驗證過、但沒採用的方向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5855" cy="320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858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夜間運動模糊的人臉修復 · 影像處理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C44E52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65836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純車輛去模糊（05、08）：真實去模糊但對比太小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玻璃反射（15）：layer separation 非模糊，去不掉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整張 SUPIR：把背景人群幻覺成扭曲臉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重點：說明什麼有效、什麼無效、為什麼</a:t>
            </a:r>
          </a:p>
        </p:txBody>
      </p:sp>
      <p:pic>
        <p:nvPicPr>
          <p:cNvPr id="8" name="Picture 7" descr="face_rejec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570" y="1371600"/>
            <a:ext cx="3561818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5833872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玻璃反射（左）｜車輛去模糊對比小（右）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A4D80"/>
                </a:solidFill>
                <a:latin typeface="Microsoft JhengHei"/>
                <a:ea typeface="Microsoft JhengHei"/>
                <a:cs typeface="Microsoft JhengHei"/>
              </a:rPr>
              <a:t>結論與限制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5855" cy="320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11858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夜間運動模糊的人臉修復 · 影像處理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6858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C44E52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貢獻：回歸→生成 兩階段人臉修復 + 誠實的 fidelity 界線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限制：玻璃反射需 layer separation；被重影破壞的五官無法真實還原，只能可信生成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• 未來：臉部專用修復（fidelity 旋鈕）、真實 paired night-blur 微調、reflection removal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486400"/>
            <a:ext cx="11064240" cy="27432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A4D80"/>
                </a:solidFill>
                <a:latin typeface="Microsoft JhengHei"/>
                <a:ea typeface="Microsoft JhengHei"/>
                <a:cs typeface="Microsoft JhengHei"/>
              </a:rPr>
              <a:t>謝謝聆聽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